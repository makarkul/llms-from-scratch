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Sinusoid Recovery with a Tiny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Calibri"/>
              </a:rPr>
              <a:t>A DSP-to-Transformer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371600" cy="54864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From classical DSP to attention-based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Classical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Fit AR / MA models to a time series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Partial autocorrelation function (PACF) determines the model order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Well-understood, linear, minimum-variance under Gaussian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A transformer trained on next-sample prediction should implicitly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learn the same AR structure — attention discovers which lags matter,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the same way PACF does.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Key DSP 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A sinusoid is exactly AR(2)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011680"/>
            <a:ext cx="9418320" cy="146304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31720"/>
            <a:ext cx="94183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x[n] = 2 cos(ω₀) · x[n-1]  −  x[n-2]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97280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Exact, not an approximation — any pure sinusoid obeys this recurrence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Only two effective taps are needed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Implication: the model should learn to attend primarily to lag 1 and lag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Problem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Noisy sinusoid → predict the next clean sample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583680"/>
              </a:tblGrid>
              <a:tr h="5257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Range / Value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Frequency f₀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Uniform(1, 20)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Amplitude A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Uniform(0.5, 2.0)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Phase 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Uniform(0, 2π)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Amplitude noise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Multiplicative Gaussian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Phase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Additive Gaussian on 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Sample rate fs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 Hz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Next clean sample from noisy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~29K parameters, 2 transformer blocks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743200"/>
            <a:ext cx="1572768" cy="12801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3063240"/>
            <a:ext cx="1572768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scalar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sample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847088" y="3246120"/>
            <a:ext cx="137160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84248" y="2743200"/>
            <a:ext cx="1572768" cy="12801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84248" y="3063240"/>
            <a:ext cx="1572768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Linear(1, 32)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input proj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7016" y="3246120"/>
            <a:ext cx="137160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94176" y="2743200"/>
            <a:ext cx="1572768" cy="12801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94176" y="3063240"/>
            <a:ext cx="1572768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+ positional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embedding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66944" y="3246120"/>
            <a:ext cx="137160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4104" y="2743200"/>
            <a:ext cx="1572768" cy="12801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4104" y="3063240"/>
            <a:ext cx="1572768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 × Transformer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Blocks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76872" y="3246120"/>
            <a:ext cx="137160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14032" y="2743200"/>
            <a:ext cx="1572768" cy="12801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4032" y="3063240"/>
            <a:ext cx="1572768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LayerNorm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86800" y="3246120"/>
            <a:ext cx="137160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23960" y="2743200"/>
            <a:ext cx="1572768" cy="12801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3063240"/>
            <a:ext cx="1572768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Linear(32, 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396728" y="3246120"/>
            <a:ext cx="137160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33888" y="2743200"/>
            <a:ext cx="1572768" cy="12801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3888" y="3063240"/>
            <a:ext cx="1572768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predicted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next sample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Total parameters: ~29K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Input is a scalar (not a token); projection lifts it into a 32-D space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where positional embeddings and attention can operate.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TL;DR Design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Three DSP-anchored hyperparameters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3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749039"/>
              </a:tblGrid>
              <a:tr h="685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Hyperparameter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DSP analogue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 for this task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n_heads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AR 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  (sinusoid is AR(2))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context_length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≈ N_FFT = fs / f_min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 / 1 ≈ 128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head_dim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codeword length ≈ 2·log₂(context)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2·log₂(128) =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663440"/>
            <a:ext cx="11064240" cy="146304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emb_dim = n_heads × head_dim = 2 × 16 = 32   (forced by construction)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Tokenization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Continuous reals, not discrete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Text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12064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Tokenizer splits text into IDs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vocab_size entries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nn.Embedding(vocab_size, 32)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Discrete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C7293"/>
                </a:solidFill>
                <a:latin typeface="Calibri"/>
              </a:rPr>
              <a:t>This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512064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No tokenizer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No vocab_size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Linear(1, 32) lifts each scalar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Continuous real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1115568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555F6D"/>
                </a:solidFill>
                <a:latin typeface="Calibri"/>
              </a:rPr>
              <a:t>Each sample x[n] ∈ ℝ becomes a 32-D embedding through a linear projection.</a:t>
            </a:r>
          </a:p>
          <a:p>
            <a:pPr algn="l"/>
            <a:r>
              <a:rPr sz="1500" b="0">
                <a:solidFill>
                  <a:srgbClr val="555F6D"/>
                </a:solidFill>
                <a:latin typeface="Calibri"/>
              </a:rPr>
              <a:t>This is the only structural change vs. a GPT-style block.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Is the 32-D Embedding Wasted?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Short answer: no — but not for the scalar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Linear(1, 32) output is rank-1 in the sample value v: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emb(v) = v · w   where w ∈ ℝ³²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All 32 dims are perfectly correlated — they carry exactly one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972800" cy="2560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So why 32 dims?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Positional embeddings live in the same 32-D space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Multi-head attention needs room to split into n_heads × head_dim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Residual stream accumulates features across layers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The 32-D space exists for positional + attention machinery, not the scalar itself.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context_length ↔ N_FFT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Cover the slowest period in the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Rule: context_length ≈ fs / f_min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Here: 100 Hz / 1 Hz = 100 samples → rounded to 128 (power of 2).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0" y="3108960"/>
          <a:ext cx="75895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338328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LTE bandwidth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N_FFT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Comment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1.4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 MHz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 MHz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555F6D"/>
                </a:solidFill>
                <a:latin typeface="Calibri"/>
              </a:rPr>
              <a:t>Invariant: N_FFT / fs stays roughly constant across configurations.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n_heads = Number of Lags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One head per relevant AR tap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For an AR(p) process, you want roughly p heads —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each head can specialize on a distinct lag pattern.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Sinusoid → AR(2) → n_heads = 2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Head 0 learns to look at lag 1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Head 1 learns to look at lag 2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General heuristic:   n_heads ≈ effective AR order of the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n_layers =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Depth = number of sequential reasoning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ω₀ is unknown and varies per example (1–20 Hz).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The model cannot apply AR(2) until it first estimates ω₀.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That is a two-step computation — the minimum depth is 2.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Layer 1:  estimate ω₀ from the context  (frequency estimation)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Layer 2:  apply the AR(2) recurrence using ω₀  (filtering)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General rule:  n_layers ≈ number of sequential sub-tasks the problem requires.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More layers add no new structure for pure sinusoids —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empirically, deeper models did not improve sinusoid recovery.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 Heads Per Layer — Different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Same count, different roles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926080"/>
                <a:gridCol w="6858000"/>
              </a:tblGrid>
              <a:tr h="975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2 heads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Layer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Estimate ω₀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Need two projections / lags to disambiguate frequency
(e.g. sine + cosine bases, or lag-1 + lag-2 autocorrelation)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Layer 2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Apply AR(2) filter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One head per filter tap: lag 1 with weight 2cos(ω₀),
lag 2 with weight −1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63440"/>
            <a:ext cx="1115568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Refined rule: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 n_heads  ≥  max( AR order,  intrinsic rank of the signal in embedding space 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For a pure sinusoid both are 2, so the same head count serves both layers —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but the reason is different in each layer.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head_dim as Channel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Dimension of the Q·K dot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head_dim governs how many positions attention can discriminate robustly.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Classical bounds point to the same sizing: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• Shannon capacity of a noisy channel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• Spherical codes on the unit sphere Sᵈ⁻¹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• BCH / Reed–Muller codeword length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All suggest:   head_dim  ~  2 · log₂(context_length)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Channel Coding Analogy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Attention = matched filtering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Q and K behave like spreading codes / matched-filter templates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The  1 / √head_dim  scaling in attention is exactly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the matched-filter processing gain from communications theory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Longer head_dim  →  lower cross-correlation between distinct patterns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→  less interference between attention queries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Short head_dim behaves like a short spreading code: noisy, ambiguous matches.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Shannon Sizing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Does head_dim = 16 have enough room?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463040"/>
          <a:ext cx="10332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303520"/>
              </a:tblGrid>
              <a:tr h="5878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C7293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Positions to discriminate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context_length = 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Bits of position info needed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log₂(128) = 7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Per-dim SNR (post-softmax)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~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Min dims for 7 bits @ SNR 1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 ≥ 14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Our head_dim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16  (≈ 1× safety factor)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Typical LLM safety factor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3× – 5×  (harder tasks)</a:t>
                      </a:r>
                    </a:p>
                  </a:txBody>
                  <a:tcPr>
                    <a:solidFill>
                      <a:srgbClr val="E8EF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555F6D"/>
                </a:solidFill>
                <a:latin typeface="Calibri"/>
              </a:rPr>
              <a:t>head_dim = 16 lands right at the Shannon floor — sufficient for this simple task.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MSE, AdamW, 30 epochs on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Loss:          MSE between predicted and clean next sample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Optimizer:     AdamW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Epochs:        30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Hardware:      CPU (tiny model)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Result: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• Training MSE:    1.4  →  0.03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• Output SNR:      ~ 14.8 dB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• Matches the naive denoising baseline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Interpretation: the model predicts the next CLEAN sample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from noisy history — it has learned to denoise while forecasting.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Analysis 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Calibri"/>
              </a:rPr>
              <a:t>The model behaves like AR(2)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Evidence across four views: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1.  Attention heatmaps — peaks concentrated at lag 1 and lag 2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2.  Attention-vs-lag profile — matches AR(2) theoretical taps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3.  FFT of the output — noise floor suppressed, peak at f₀ preserved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4.  Autoregressive generation — produces clean sinusoids when seeded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 with a noisy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Three DSP-anchored hyperparameters drive the entire design: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    n_heads         =  AR order of the signal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    context_length  =  N_FFT  =  fs / f_min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    head_dim        =  2 · log₂(context_length)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emb_dim falls out automatically as  n_heads × head_dim.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This framing generalizes to many signal-processing tasks —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the transformer is a learned, data-driven AR model whose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sizing is governed by classical DSP and channel-coding bounds.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